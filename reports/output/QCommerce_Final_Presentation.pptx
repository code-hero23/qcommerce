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Prediction Using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Q-Commerce Reviews</a:t>
            </a:r>
          </a:p>
          <a:p/>
          <a:p>
            <a:r>
              <a:t>Supervised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Q-Commerce Consumer Survey Dataset</a:t>
            </a:r>
          </a:p>
          <a:p>
            <a:r>
              <a:t>Manually labeled for sentiment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→ TF-IDF → Logistic Regression</a:t>
            </a:r>
          </a:p>
          <a:p>
            <a:r>
              <a:t>Post-processing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distribution and ROC analysis</a:t>
            </a:r>
          </a:p>
          <a:p>
            <a:r>
              <a:t>Positive, Neutral, Negative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Survey-based sentiment successfully analyzed</a:t>
            </a:r>
          </a:p>
          <a:p>
            <a:r>
              <a:t>System is explainable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ROC Curve for Sentiment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nti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Sentiment Distribution (Histogram)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length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Text Length vs Sentiment (Boxplot)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oli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4864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/>
            </a:pPr>
            <a:r>
              <a:t>Text Length Distribution (Violin Plot)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